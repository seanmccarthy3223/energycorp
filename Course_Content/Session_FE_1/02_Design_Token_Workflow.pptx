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47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4045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Design to Code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MCP, Design Tokens &amp; Best Practices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— The Design-to-Code Pipeline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Design and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23444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0876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Workflow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737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creates mockup in Figma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0848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084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measures spacing, copies hex colors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43230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24323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builds component by eyeballing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7797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7797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reviews: "Wrong padding, wrong blue"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1272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3127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adjusts, re-submits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474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2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2–3 times until it matches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00584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100584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120640" y="12344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20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1500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Figma MCP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74920" y="173736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design directly.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measurement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eyeballing hex colors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back-and-forth cycles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MCP eliminates the gap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giving Claude direct access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design data.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Claude could read the design directly?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Claude Code Connects to Figma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= Model Context Protocol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46304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94560" y="1234440"/>
            <a:ext cx="146304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9456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31920" y="1234440"/>
            <a:ext cx="146304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69280" y="1234440"/>
            <a:ext cx="146304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MCP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06640" y="1234440"/>
            <a:ext cx="146304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API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Server Options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7863840" cy="14630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MCP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MCP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mcp add 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Figma Desktop Dev 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URLs in prompts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frames directly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Desktop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(link-based)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(click to select)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prototyping, CI/CD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dev, 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22960" y="4343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MCP — simpler setup, no desktop dependency. One command to install.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Figma MCP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840480" cy="14173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84048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get_design_context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1508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tool. Returns structured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from your Figma selection.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React + Tailwind (customizable).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840480" cy="14173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8404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37760" y="12344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get_variable_defs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23560" y="1508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variables &amp; styles on the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selection. Selection-scoped.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Figma Variables to exist.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651760"/>
            <a:ext cx="3840480" cy="14173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2651760"/>
            <a:ext cx="3840480" cy="54864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" y="288036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get_code_connect_map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154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Figma components 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 codebase.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Org/Enterprise plan.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651760"/>
            <a:ext cx="3840480" cy="14173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2651760"/>
            <a:ext cx="384048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37760" y="288036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get_screenshot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23560" y="3154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screenshot of selection.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sees the design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the structural data.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4434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today: </a:t>
            </a: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get_design_context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get_variable_defs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most immediately useful tools.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Design Tokens?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Figma, "design tokens" = Figma Variables — named containers for single reusable values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931920" cy="137160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this: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</a:t>
            </a: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#3B82F6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</a:t>
            </a: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16px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3931920" cy="137160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this: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</a:t>
            </a: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var(--color-primary)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</a:t>
            </a: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var(--spacing-md)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2560320" cy="14630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154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values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383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blue-500: #3B82F6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gray-100: #F3F4F6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font-sans: 'Inter'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size-4: 16px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3200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474720" y="2834640"/>
            <a:ext cx="2560320" cy="14630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74720" y="2834640"/>
            <a:ext cx="256032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1188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11880" y="3154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names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11880" y="3383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color-primary: blue-500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color-surface: gray-100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font-body: font-sans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spacing-md: size-4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3200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09360" y="2834640"/>
            <a:ext cx="2560320" cy="14630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09360" y="2834640"/>
            <a:ext cx="2560320" cy="54864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4652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46520" y="3154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usage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3383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button-bg: color-primary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card-bg: color-surface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card-padding: spacing-md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4480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Variables must be created by designers. get_variable_defs is selection-scoped — no Variables = empty results.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5–6 iterate until the component matches your standards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" y="1463040"/>
            <a:ext cx="0" cy="9144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1097280"/>
            <a:ext cx="68580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0" y="1097280"/>
            <a:ext cx="45720" cy="384048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106424"/>
            <a:ext cx="347472" cy="34747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106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600200" y="1097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Figma MCP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10972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add --transport http figma ...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51560" y="1920240"/>
            <a:ext cx="0" cy="9144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71600" y="1554480"/>
            <a:ext cx="68580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71600" y="1554480"/>
            <a:ext cx="45720" cy="3840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1563624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156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00200" y="1554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Figma Frame URL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15544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a component from this frame: https://..."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51560" y="2377440"/>
            <a:ext cx="0" cy="9144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71600" y="2011680"/>
            <a:ext cx="68580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371600" y="2011680"/>
            <a:ext cx="45720" cy="3840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" y="202082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2020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600200" y="20116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Tech Stack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49040" y="20116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"React 16 class components, Reactstrap, SCSS"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51560" y="2834640"/>
            <a:ext cx="0" cy="9144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371600" y="2468880"/>
            <a:ext cx="68580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371600" y="2468880"/>
            <a:ext cx="45720" cy="384048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1520" y="2478024"/>
            <a:ext cx="347472" cy="347472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600200" y="2468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Extracts Tokens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49040" y="24688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get_variable_defs → colors, spacing, typography (requires Figma Variables)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51560" y="3291840"/>
            <a:ext cx="0" cy="9144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371600" y="2926080"/>
            <a:ext cx="68580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371600" y="2926080"/>
            <a:ext cx="45720" cy="38404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31520" y="2935224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1520" y="2935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600200" y="2926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 Component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749040" y="29260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get_design_context → React component with your constraints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51560" y="3749040"/>
            <a:ext cx="0" cy="9144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371600" y="3383280"/>
            <a:ext cx="68580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371600" y="3383280"/>
            <a:ext cx="4572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31520" y="3392424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3152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600200" y="3383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Review and Refine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749040" y="33832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our Card component" → "Add i18n wrappers"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371600" y="3840480"/>
            <a:ext cx="68580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371600" y="3840480"/>
            <a:ext cx="45720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31520" y="3849624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3152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600200" y="3840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Project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749040" y="38404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in directory, add routes, connect to API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one-shot process. The review-refine loop is what makes output production-ready.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Specifying Your Tech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— Claude defaults to React + Tailwind + TypeScript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931920" cy="25603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energycorp uses: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16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 components, no hooks)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Reactstrap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(Bootstrap 4 components)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SCSS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(Paper Dashboard template)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counterpart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i18n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Redux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language state only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Axios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API calls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3931920" cy="25603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(fill in):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version: ___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Component style: ___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 library: ___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Styling approach: ___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management: ___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i18n library: ___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client: ___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tell Claude your stack: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256032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315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prompt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544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Immediate, one-time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4297680"/>
            <a:ext cx="256032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11880" y="4315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CLAUDE.md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11880" y="4544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Permanent, every session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4297680"/>
            <a:ext cx="256032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4315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rules file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544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patterns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 Your Frontend Rules 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.claude/rules/frontend-patterns.md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029200" cy="320040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Frontend Conventions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Tech Stack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React [version] with [component style]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[UI library] for base components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[Styling approach]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[State management]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[i18n library] for translations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Component Structure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Components go in [your dirs]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[Naming conventions]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[Export patterns]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Styling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[Where style files live]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[No Tailwind / no inline styles]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When Generating from Figma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Always use [UI library] components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Follow structure of [example path]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0" y="12344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44652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Auto-loaded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this at session start — no need to repeat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0116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44652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output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component follows your conventions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2788920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44652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Team-shared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to git, whole team benefits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356616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44652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Session 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as testing.md and api-conventions.md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Generated Code Needs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 code from design data, not from understanding your project.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constraints, it produces valid code that doesn’t fit your project.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92024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uses class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(not hooks)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8745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0" y="1874520"/>
            <a:ext cx="19202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3464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imports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Reactstrap, not MUI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8745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874520"/>
            <a:ext cx="1920240" cy="54864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i18n uses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counterpart, not react-intl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8745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49440" y="1874520"/>
            <a:ext cx="19202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SCSS follows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Dashboard conventions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come from three sources: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474720"/>
            <a:ext cx="25603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" y="35204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88720" y="3493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3767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Immediate, one-time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0" y="3474720"/>
            <a:ext cx="25603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566160" y="35204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6616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023360" y="3493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+ rules files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23360" y="3767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Permanent, every session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3474720"/>
            <a:ext cx="25603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00800" y="3520440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858000" y="3493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examples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0" y="3767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an existing component to follow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constraints you provide, the closer the first output is to production-ready. But always review.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Review-Refine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workflow for productive Figma-to-code generation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51560" y="1645920"/>
            <a:ext cx="0" cy="13716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1188720"/>
            <a:ext cx="6858000" cy="45720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0" y="1188720"/>
            <a:ext cx="4572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21615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00200" y="1188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1188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tech stack + share Figma URL → Claude outputs component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51560" y="2240280"/>
            <a:ext cx="0" cy="13716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71600" y="1783080"/>
            <a:ext cx="6858000" cy="45720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71600" y="1783080"/>
            <a:ext cx="4572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181051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0020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imports, patterns, dependencies, styling, structure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0" cy="13716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71600" y="2377440"/>
            <a:ext cx="6858000" cy="45720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371600" y="2377440"/>
            <a:ext cx="4572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" y="2404872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60020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1752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fix specific issues: "Use Reactstrap Card", "Add i18n"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51560" y="3429000"/>
            <a:ext cx="0" cy="13716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371600" y="2971800"/>
            <a:ext cx="6858000" cy="45720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371600" y="2971800"/>
            <a:ext cx="45720" cy="4572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1520" y="2999232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600200" y="2971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017520" y="2971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in correct directory, add routes, connect to API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371600" y="3566160"/>
            <a:ext cx="6858000" cy="45720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371600" y="3566160"/>
            <a:ext cx="4572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31520" y="3593592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" y="3593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60020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017520" y="3566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comparison with Figma, functional tests, responsive check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2960" y="4343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match? → Back to Step 3.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1–2 iterations gets you to production-ready.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Checklist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these five things after every generation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71600" y="1188720"/>
            <a:ext cx="7315200" cy="5029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1188720"/>
            <a:ext cx="4572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00200" y="12070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— Are they real?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14447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package in package.json? Every path correct?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85623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71600" y="1810512"/>
            <a:ext cx="7315200" cy="5029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71600" y="1810512"/>
            <a:ext cx="4572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00200" y="1828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pattern — Does it match?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200" y="206654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vs functional? State management? Export pattern?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478024"/>
            <a:ext cx="411480" cy="4114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478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371600" y="2432304"/>
            <a:ext cx="7315200" cy="5029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71600" y="2432304"/>
            <a:ext cx="4572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600200" y="2450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— Your approach?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26883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SCSS vs Tailwind? Your variables? Your naming?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371600" y="3054096"/>
            <a:ext cx="7315200" cy="5029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371600" y="3054096"/>
            <a:ext cx="45720" cy="5029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00200" y="30723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— Version-compatible?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00200" y="33101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same way? Auth pattern? Error handling?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37216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371600" y="3675888"/>
            <a:ext cx="7315200" cy="5029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371600" y="3675888"/>
            <a:ext cx="4572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600200" y="36941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fidelity — Matches Figma?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600200" y="39319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Colors, spacing, typography, responsive, component states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is a starting point. The review checklist is what makes it production-ready.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(1/2)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React Version Mismatch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931920" cy="14630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generated (React 18)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StatusCard = ()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[data, setData]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useState(null);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useEffect(()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fetchData();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[]);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325880"/>
            <a:ext cx="3931920" cy="14630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371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expects (React 16)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StatusCard extends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React.Component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constructor(props)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super(props);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this.state = { data: null 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Wrong UI Library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3931920" cy="7315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className="flex p-4"&gt;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Tailwind utility classes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429000"/>
            <a:ext cx="3931920" cy="7315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3474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&lt;Card&gt;&lt;CardBody&gt;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Reactstrap components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343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React version + component style in rules file. Reference an existing component: </a:t>
            </a: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"Follow the pattern in GetClients.jsx"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(2/2)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4300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Internationalization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3474720" cy="5943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2984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&lt;h3&gt;Status&lt;/h3&gt;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2743200" cy="5943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34840" y="129844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 content="dashboard.status" /&gt;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223760" y="1280160"/>
            <a:ext cx="1645920" cy="5943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0" y="129844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i18n requirements to rules file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4300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Import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423160"/>
            <a:ext cx="3474720" cy="5943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24414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DashboardCard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'@bulksource/ui-components'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0" y="2423160"/>
            <a:ext cx="2743200" cy="5943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34840" y="244144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Card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'reactstrap'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23760" y="2423160"/>
            <a:ext cx="1645920" cy="5943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0" y="244144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verify all imports exist in package.json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291840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14300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Over-Engineering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3566160"/>
            <a:ext cx="3474720" cy="5943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35844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interfaces, custom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hooks, context providers...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97680" y="3566160"/>
            <a:ext cx="2743200" cy="5943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34840" y="358444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 class component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matching your existing patterns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23760" y="3566160"/>
            <a:ext cx="1645920" cy="5943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0" y="358444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"Match the complexity of our existing components"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pitfalls are preventable with a rules file + reference component.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Prompting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about tech stack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0" y="914400"/>
            <a:ext cx="2926080" cy="7315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88920" y="9144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17520" y="960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"Generate a component from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Figma frame"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852160" y="914400"/>
            <a:ext cx="2926080" cy="7315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97880" y="9144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960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"Generate a React 16 class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using Reactstrap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SCSS from this frame"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existing components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783080"/>
            <a:ext cx="2926080" cy="7315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88920" y="17830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"Make a card component"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52160" y="1783080"/>
            <a:ext cx="2926080" cy="7315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97880" y="17830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"Make a card component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following the patterns 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GetClients.jsx"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individual frames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0" y="2651760"/>
            <a:ext cx="2926080" cy="7315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88920" y="26517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17520" y="2697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"Generate the entire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page"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52160" y="2651760"/>
            <a:ext cx="2926080" cy="7315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97880" y="26517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2697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"Generate just the StatusCard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from this frame"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Claude which tokens to use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3520440"/>
            <a:ext cx="2926080" cy="7315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88920" y="35204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1752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 appropriate colors"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52160" y="3520440"/>
            <a:ext cx="2926080" cy="7315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97880" y="35204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 --color-primary for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elements, --color-surface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backgrounds"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tech stack + reference component + individual frames = better output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to Know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honest about limits builds trust with your team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786384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1188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7863840" cy="43891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1600200"/>
            <a:ext cx="54864" cy="4389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6002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need Figma Variables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16002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get_variable_defs returns nothing without them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6002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 must create Variables manually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075688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2075688"/>
            <a:ext cx="54864" cy="43891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207568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get_variable_defs is scoped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20756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returns variables on selected layers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207568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right frames first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551176"/>
            <a:ext cx="7863840" cy="43891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" y="2551176"/>
            <a:ext cx="54864" cy="43891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255117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tech stack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255117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React + Tailwind unless specified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255117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specify your stack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026664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" y="3026664"/>
            <a:ext cx="54864" cy="43891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302666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Connect needs paid plan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0" y="302666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Figma Organization/Enterprise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0" y="302666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without it; add later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502152"/>
            <a:ext cx="7863840" cy="43891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0080" y="3502152"/>
            <a:ext cx="54864" cy="43891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2960" y="350215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animation conversion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26080" y="35021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transitions don't transfer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0" y="350215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animations manually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397764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0080" y="3977640"/>
            <a:ext cx="54864" cy="43891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22960" y="39776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needs review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926080" y="39776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use wrong library versions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0" y="39776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imports and deps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MCP excels at individual frames and tokens. It does not replace architecture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8926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8926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MCP = direct design access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18524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screenshots, no manual descriptions — Claude reads the design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15327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153271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tokens bridge design and code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18253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 → Semantics → Components; quality depends on Figma Variables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1727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217279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specify your tech stack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4654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defaults to React + Tailwind + TypeScript — use rules files for consistency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28128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281287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is mandatory, not optional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10548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imports, patterns, dependencies — the checklist makes output production-ready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4529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345295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common pitfalls are all preventable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7455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mismatch, wrong UI lib, missing i18n, phantom imports, over-engineering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0930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80160" y="40930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files + reference components save time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438564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 → permanent benefit; every minute of config saves ten of refinement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706985"/>
            <a:ext cx="786384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79407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Hands-on lab — Figma MCP install, token extraction, component generation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1826</Words>
  <Application>Microsoft Office PowerPoint</Application>
  <PresentationFormat>On-screen Show (16:9)</PresentationFormat>
  <Paragraphs>388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Design to Code: Figma MCP, Design Tokens &amp; Best Practices</dc:title>
  <dc:subject>PptxGenJS Presentation</dc:subject>
  <dc:creator>Claude Code Training</dc:creator>
  <cp:lastModifiedBy>Sean McCarthy</cp:lastModifiedBy>
  <cp:revision>2</cp:revision>
  <dcterms:created xsi:type="dcterms:W3CDTF">2026-02-25T19:16:09Z</dcterms:created>
  <dcterms:modified xsi:type="dcterms:W3CDTF">2026-02-25T19:48:05Z</dcterms:modified>
</cp:coreProperties>
</file>