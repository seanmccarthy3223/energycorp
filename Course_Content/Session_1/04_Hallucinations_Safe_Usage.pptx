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47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8123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Hallucinations &amp;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 Usage Patterns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286000" cy="365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— Understanding, Detecting, and Preventing AI Mistakes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Hallucinations?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64008" cy="7772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hallucination is when Claude generates output that is </a:t>
            </a: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plausible-looking but factually incorrect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It's not a bug — it's a fundamental property of how language models work.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 They Happen?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39776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2697480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26700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Data Patterns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9992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has seen thousands of projects. It may assume yours follows the same patterns — even when it doesn't.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560320"/>
            <a:ext cx="39776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26974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94960" y="26700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Ambiguity in Context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94960" y="29992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prompts or thin CLAUDE.md files force Claude to fill gaps with its best guess. Sometimes the guess is wrong.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39776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4360" y="393192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39044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Window Limits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42336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conversations grow long, earlier details get compressed. Claude may "forget" constraints from 30 messages ago.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794760"/>
            <a:ext cx="39776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393192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94960" y="39044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Without Calibration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42336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doesn't say "I'm 60% sure." It presents everything with the same confidence, whether reading a file or guessing.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1: The Phantom Import (Django)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417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rest_framework.permissions </a:t>
            </a: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IsAuthenticatedOrReadOnly, AllowAny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rest_framework.mixins </a:t>
            </a: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BulkCreateModelMixin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^^^ Does not exist in DRF!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BulkCreateView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(BulkCreateModelMixin, generics.CreateAPIView):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38404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happened: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saw BulkCreateModelMixin in third-party packages (djangorestframework-bulk) and assumed it's part of core DRF. It isn't. The import fails at runtime.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6974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269748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catch it: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31546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code — the ImportError is immediate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Better: have a test that imports the module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64008" cy="502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conflates its broad training knowledge with your specific installed packages.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2: The Wrong React Hook Pattern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2344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useActionState } </a:t>
            </a: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'react'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^^^ React 19+ only — this project uses React 16!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PaymentForm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... 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38404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happened: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project uses React 16. Claude generated React 19 APIs because they're the most recent patterns in its training data. The hook doesn't exist in your version.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51460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251460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catch it: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971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will fail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Better: your CLAUDE.md should specify React 16 explicitly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64008" cy="502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specify exact framework versions in CLAUDE.md. Claude defaults to the newest APIs it knows.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3: The Invented API Endpoint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</a:t>
            </a: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axios.get(</a:t>
            </a: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'/api/user/permissions/'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^^^ This endpoint does not exist!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8404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happened: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inferred the endpoint from the project's URL patterns (/api/user/, /api/user/login/) and invented a plausible-looking endpoint. The request will 404.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28600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228600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catch it: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7432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Backend/src/users/urls.py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Better: have Claude verify the endpoint exists before generating code that calls 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64008" cy="502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977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invents plausible URLs from patterns. Always verify endpoints against actual urls.py files.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Correction Spiral Anti-Pattern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anti-pattern for new Claude Code users.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5720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57200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happens: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9385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 Claude to implement a feature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32257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32257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has a bug. You say: "Fix the import"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70662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70662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Claude fixes it but introduces a new issue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09067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09067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 correct that. Claude changes something else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4747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4747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3-4 rounds, context is polluted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8587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85876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quality degrades rapidly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2428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424281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spend more time correcting than coding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03520" y="1417320"/>
            <a:ext cx="33832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303520" y="1417320"/>
            <a:ext cx="33832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Fix: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0" y="1920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you've corrected Claude more than twice on the same issue, stop.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0" y="2560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/clear and start fresh with a better prompt. A clean session almost always outperforms accumulated corrections.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03520" y="3611880"/>
            <a:ext cx="3383280" cy="128016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303520" y="3611880"/>
            <a:ext cx="64008" cy="128016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3212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happens: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32120" y="3977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correction adds context. Claude tries to satisfy all context — even when corrections are subtly contradictory. The model gets pulled in multiple directions.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Degradation in Long Sessions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057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Context Level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Behavior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(0-30%)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performance — Claude has full attention on your 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(30-60%)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good, but may miss nuances from early conversation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(60-80%)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Auto-compaction kicks in — older messages get summarized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(80%+)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Earlier details significantly compressed; quality degrades noticeably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4612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3246120"/>
            <a:ext cx="38404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Signs of degradation:</a:t>
            </a:r>
            <a:endParaRPr lang="en-US" sz="1400" dirty="0"/>
          </a:p>
        </p:txBody>
      </p:sp>
      <p:sp>
        <p:nvSpPr>
          <p:cNvPr id="4" name="Text 5"/>
          <p:cNvSpPr/>
          <p:nvPr/>
        </p:nvSpPr>
        <p:spPr>
          <a:xfrm>
            <a:off x="640080" y="37033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"Forgets" constraints you specified earlier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Re-suggests rejected approaches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drops — more boilerplate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questions you already answered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324612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46320" y="324612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do: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0" y="37033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/compact — compress context with optional focus topic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/clear — full reset, start fresh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sessions — don't do everything in one conversation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sub-agents — keep main context clean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Preventing Hallucinations (1 of 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06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2618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a Good CLAUDE.md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233172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framework versions (Django 3.0.3, React 16.13)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actual project structure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endpoints (or how to find them)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constraints and gotchas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606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29000" y="12344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90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023360" y="12618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Plan Mode First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29000" y="1828800"/>
            <a:ext cx="233172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29000" y="1965960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Plan Mode (Shift+Tab twice)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plan the change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does it reference real files? Real APIs?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then switch to Normal Mode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51560"/>
            <a:ext cx="2606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63640" y="123444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63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58000" y="12618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Test-Driven Development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1828800"/>
            <a:ext cx="233172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63640" y="1965960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(or have Claude write) the test first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— it should fail (feature doesn't exist yet)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Claude implement the feature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 again — it should pass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Preventing Hallucinations (2 of 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06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2618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Against the Source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233172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Claude read the file, or is it guessing?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import exist in your installed version?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endpoint exist in your urls.py?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30-second check saves 30 minutes of debugging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606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29000" y="12344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90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023360" y="12618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Prompts Clear &amp; Scoped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29000" y="1828800"/>
            <a:ext cx="233172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2900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29000" y="2286000"/>
            <a:ext cx="2331720" cy="54864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20440" y="22860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the payment system better"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3017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29000" y="3291840"/>
            <a:ext cx="2331720" cy="109728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20440" y="32918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a payment_date field to Payment model in payments/models.py, update the serializer, and write a test"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051560"/>
            <a:ext cx="2606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63640" y="123444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63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58000" y="12618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Compact or Restart Long Sessions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1828800"/>
            <a:ext cx="233172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63640" y="1965960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30+ min on a complex task?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/compact to compress context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/clear to start fresh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push through degraded quality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Safe Usage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973188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9731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9274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68880" y="9274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Plan Mode. Let Claude read and propose.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48525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4852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4395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68880" y="14395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plan. Does it reference real files and APIs?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1997316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19973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19515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68880" y="195159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test first (or have Claude write it).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250938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25093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24636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68880" y="24636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Normal Mode. Let Claude implement.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3021444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0214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29757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468880" y="297572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tests. Check diffs. Review imports.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3533508"/>
            <a:ext cx="384048" cy="38404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35335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34877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468880" y="34877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verification passes.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4014653"/>
            <a:ext cx="7680960" cy="1828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1520" y="407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things go wrong: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" y="4439197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twice on same issue? → /clear, better prompt    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feels degraded? → /compact or /clear    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invents an API? → Make it verify by reading the actual file    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fails on import? → Check installed version, specify in CLAUDE.md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1145</Words>
  <Application>Microsoft Office PowerPoint</Application>
  <PresentationFormat>On-screen Show (16:9)</PresentationFormat>
  <Paragraphs>165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Hallucinations &amp; Safe Usage Patterns - Session 1</dc:title>
  <dc:subject>PptxGenJS Presentation</dc:subject>
  <dc:creator>EnergyCorp Training</dc:creator>
  <cp:lastModifiedBy>Sean McCarthy</cp:lastModifiedBy>
  <cp:revision>2</cp:revision>
  <dcterms:created xsi:type="dcterms:W3CDTF">2026-02-24T00:36:22Z</dcterms:created>
  <dcterms:modified xsi:type="dcterms:W3CDTF">2026-02-24T18:03:24Z</dcterms:modified>
</cp:coreProperties>
</file>