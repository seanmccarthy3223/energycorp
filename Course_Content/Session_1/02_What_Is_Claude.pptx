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3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Software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Introduction &amp; Safe Usage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Claude?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distinction: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not a search engine, not a database, and not a compiler. It's a </a:t>
            </a: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predicts what good code looks like based on patterns learned from training data.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you: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&amp; Debug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write code, explain code, refactor code, and debug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 Each Session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"know" your project — it reads it fresh each session (without explicit memory config)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803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 Mistakes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wrong, and it will be confident about 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Model Family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Strengths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reasoning, complex analysis, nuanced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decisions, hard debugging, multi-file refactors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all-around performance, good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coding tasks, code generation,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lightweight, cost-efficient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lookups, simple questions, sub-agent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Claude Code: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is the default for most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powers the Explore sub-agent (fast codebase searches)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is available for Plan Mode deep reasoning and complex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models with /model or configure in settings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Use Claude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claude.ai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conversation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files, paste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research, brainstorming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690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908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— Terminal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terminal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filesystem, runs commands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loop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real development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2801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VS Code / JetBrains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embedded in editor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diffs with accept/reject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mentions from open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pair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Chat — When to Use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Claude Chat for: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new architecture approaches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Use Claude's "Research Mode" for deep research on a topic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PMs: One-off document creation (Word, PowerPoint, etc.)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Claude Chat for: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 that integrates with your project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requiring reading multiple project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error messages or stack traces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needs to run commands or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64008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 with Research Mode can search the web for up-to-date documentation. Useful when evaluating new dependencies.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— The Core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coding assistant that runs in your terminal (or IDE) with access to your full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 do: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files anywhere in your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 (build, test, lint, deploy)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codebase (grep, glob, file patterns)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internet (private APIs need MCP 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branches, commits, and PRs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sub-agents for parallel 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cannot do: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previous sessions (without memory 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indefinitely — it has a context window that fills 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correctness — it can and will make mistakes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Your Highest-Leverage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onboarding documentation for the AI, not for humans.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include (~50-80 lines):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project description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(exact versions matter)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lint commands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(app structure, key patterns)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relationships and gotchas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(critical constraints)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NOT to include: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instructions ("write clean code")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rules — use linters instead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keep it lean (~150-200 instructions max)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 &gt;  command-line  &gt;  local  &gt;  project  &gt;  user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(More specific always wins)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settings.json 5-Tier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051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/etc/claude-code/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IT-deployed, highest priority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1618488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16184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618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--settings flag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6184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311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185416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0160" y="21854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21854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.claude/settings.local.json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1854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gitignored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9806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2752344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27523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27523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2752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committed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649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319272"/>
            <a:ext cx="74980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3319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60320" y="33192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3192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all projects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settings: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1520" y="4343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permissions.allow / deny — what Claude can run without asking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defaultMode — start in plan/default/acceptEdits mode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override the default model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Claude Chat (web) — tells Claude to search the web before answering, then cite sources.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it: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new library (e.g., "Django Ninja vs DRF?")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recent breaking changes in a dependency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current best practices for a 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 it: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your own codebase (Claude Chat can't see it)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coding tasks (it adds latency)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Thinking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"think step by step" before answering, showing its reasoning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internal reasoning tokens before visible response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with alwaysThinkingEnabled: true in settings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engages deep reasoning automatically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it helps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complex issues with multiple possible causes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multi-step refactor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unfamiliar code with complex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thinking = better answers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more tokens and longer wait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tasks, it's overhead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— Your Safety 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Claude to read-only operations. No file edits, no commands.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do in Plan Mode: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 (Read, Glob, Grep)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(WebSearch, WebFetch)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research sub-agents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plan and present it for approval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CANNOT do in Plan Mode: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create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any changes to your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activate: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twice (cycles: Normal &gt; Auto-Accept &gt; Plan)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--permission-mode plan flag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 default: "defaultMode": "plan" in settings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workflow: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in Plan Mode — let Claude analyze and propose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the plan — edit if needed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Switch to Normal Mode — let Claude execute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— run tests, review diffs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Claude Cannot Do — Honest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not...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understand your business logic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between sessions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test visually (without MCPs)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private services directly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output compiles or is secure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Struggles with...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files (&gt;1000 lines)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 spanning many files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numerical computation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no documentation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frameworks, niche languages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Excels at...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patterns (CRUD, serializers, tests)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codebases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with test feedback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and refactoring code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and repetitive tasks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interfaces, one brain: Chat (research), CLI (development), IDE (pair programming)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0299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different jobs: Haiku (fast), Sonnet (daily driver), Opus (hard problems)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340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your highest-leverage investment — write one before you start coding with Claude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295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is your safety net — use it before any non-trivial change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will be wrong sometimes — always verify, always test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demo of Claude Chat, CLI, and IDE using the energycorp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1233</Words>
  <Application>Microsoft Office PowerPoint</Application>
  <PresentationFormat>On-screen Show 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AI-Powered Software Engineering - Session 1</dc:title>
  <dc:subject>PptxGenJS Presentation</dc:subject>
  <dc:creator>EnergyCorp Training</dc:creator>
  <cp:lastModifiedBy>Sean McCarthy</cp:lastModifiedBy>
  <cp:revision>1</cp:revision>
  <dcterms:created xsi:type="dcterms:W3CDTF">2026-02-24T00:24:22Z</dcterms:created>
  <dcterms:modified xsi:type="dcterms:W3CDTF">2026-02-24T18:03:19Z</dcterms:modified>
</cp:coreProperties>
</file>