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09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Claude Code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Commands &amp; MCP Servers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Power Features &amp; Automation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Extensibility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box, Claude Code reads files, writes code, and runs commands. But your team has specific needs.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0876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invokes: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/command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workflows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43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invokes: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intelligence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17830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invokes: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uses as tools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 access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Playbook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931920" cy="20116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test-backend.md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/test-backend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review-file.md 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/review-file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deploy-check.md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/deploy-check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component.md      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/component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20116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test-backend.md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Django tests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Bash, 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test suite with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`!python manage.py test`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Report: pass/fail count...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965960" cy="7315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$ARGUMENTS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parameters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3566160"/>
            <a:ext cx="1965960" cy="7315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prefix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shell cmds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566160"/>
            <a:ext cx="1965960" cy="7315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prefix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566160"/>
            <a:ext cx="1965960" cy="7315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Subdirectories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namespaces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type the same prompt twice, make it a command.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— Practical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/deploy-check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— all must pass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debug statements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 .env files staged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migrations up to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 pass/fail checklist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65176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/review-file &lt;path&gt;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6459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imports vs requirements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error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checks on views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version compatibility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/ med / 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65176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265176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/api-docs &lt;app&gt;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64592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views, serializers, URLs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endpoint documentation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required permissions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examples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Claude's Automatic Instincts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 when to use them — you don't type anything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389120" cy="2926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 code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 issues. Use when editing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views.py or serializers.py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the modified file for: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SQL injection via raw queries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Missing permission classes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Unvalidated user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325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Model-invoked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description and decides when to use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0391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80644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fork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isolated sub-agent — won't pollute main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752344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06440" y="2706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2980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chain skills with commands and MCP tools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465576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0644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36941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during a session without restarting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= things you trigger   |   Skills = things Claude triggers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Claude to External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73484"/>
            <a:ext cx="14630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34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1734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1173484"/>
            <a:ext cx="14630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1734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1734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1173484"/>
            <a:ext cx="14630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1734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1734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1173484"/>
            <a:ext cx="146304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1734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1734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173484"/>
            <a:ext cx="146304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1734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1728651"/>
            <a:ext cx="7863840" cy="2209802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" y="17569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one command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306030"/>
            <a:ext cx="7498080" cy="121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github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https://api.githubcopilot.com/mcp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Figma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figma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https://mcp.figma.com/mcp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PostgreSQL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stdio postgres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npx -y @anthropic/pg-mcp-server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5050"/>
            <a:ext cx="256032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07125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3455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— Personal, all projects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3995050"/>
            <a:ext cx="256032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11880" y="4066899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433251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— Shared via git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981992"/>
            <a:ext cx="256032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46520" y="40581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432379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settings — Personal, all projects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MCP Servers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PRs, issues, repo search, code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Design-to-code, extract design tokens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databases, inspect schemas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with better results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tracking, exception details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messages, read channels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Search: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loads tools on-demand — reduces context usage by up to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"Review my PR before merging"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1810512"/>
            <a:ext cx="0" cy="3383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1280160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1280160"/>
            <a:ext cx="54864" cy="5943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5819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/review-pr 42 triggers the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2219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43000" y="2679192"/>
            <a:ext cx="0" cy="3383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45920" y="2148840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2148840"/>
            <a:ext cx="54864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024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2450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fetches PR diff, comments, CI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906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43000" y="3547872"/>
            <a:ext cx="0" cy="33832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45920" y="3017520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0" y="3017520"/>
            <a:ext cx="54864" cy="5943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2024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33192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Security-check auto-triggers (PR touches views.py)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9593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3886200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45920" y="388620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202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920240" y="4187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review: code quality + security + CI status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 | 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access  | 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Your Team's Knowledge Beyond CLAUDE.md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931920" cy="21031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Rule Files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testing.md         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QA lead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api-conventions.md 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Backend 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frontend-patterns.md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Frontend 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security.md        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Security lead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Backend/src/contract/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CLAUDE.md           </a:t>
            </a: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On-demand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vs Rules Files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931920" cy="1219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file, everyone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Overview, cmds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Extensibility Picture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155448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is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94560" y="4206240"/>
            <a:ext cx="155448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1945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work in 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31920" y="4206240"/>
            <a:ext cx="1554480" cy="7315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319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3192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4206240"/>
            <a:ext cx="1554480" cy="7315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66928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do it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406640" y="4206240"/>
            <a:ext cx="15544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066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06640" y="4572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Priority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7132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005840"/>
            <a:ext cx="4572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22572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005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  |  /review-file  |  /deploy-check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1965960"/>
            <a:ext cx="7132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371600" y="1965960"/>
            <a:ext cx="4572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00200" y="2177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2313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1965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management  |  Issue tracking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2926080"/>
            <a:ext cx="7132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371600" y="2926080"/>
            <a:ext cx="45720" cy="7315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00200" y="3128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2926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.claude/rules/testing.md  |  api-conventions.md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0" y="3886200"/>
            <a:ext cx="7132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71600" y="3886200"/>
            <a:ext cx="45720" cy="7315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00200" y="410608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57600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Auto-review on changes  |  Custom domain agents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1146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11469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= Reusable prompts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143473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type it twice, make it a command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8279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82793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Automatic instincts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214797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 when to use them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41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54116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 = External access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286120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Figma, databases, and 17K+ more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2543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5439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 = Scalable conventions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80160" y="357443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Team-owned, conflict-free, modular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9676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96762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together — and share via git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80160" y="428766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+ MCPs + Skills + Rules = your team's workflow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593766"/>
            <a:ext cx="786384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6743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demo of Skills, Commands &amp; MCPs on the energycorp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940</Words>
  <Application>Microsoft Office PowerPoint</Application>
  <PresentationFormat>On-screen Show (16:9)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Extending Claude Code: Skills, Commands &amp; MCPs</dc:title>
  <dc:subject>PptxGenJS Presentation</dc:subject>
  <dc:creator>Claude Code Training</dc:creator>
  <cp:lastModifiedBy>Sean McCarthy</cp:lastModifiedBy>
  <cp:revision>5</cp:revision>
  <dcterms:created xsi:type="dcterms:W3CDTF">2026-02-24T19:54:21Z</dcterms:created>
  <dcterms:modified xsi:type="dcterms:W3CDTF">2026-02-24T21:01:34Z</dcterms:modified>
</cp:coreProperties>
</file>