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627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10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Multi-Repo Context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MCP 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Session 1 — Advanced User Track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2011680" cy="0"/>
          </a:xfrm>
          <a:prstGeom prst="line">
            <a:avLst/>
          </a:prstGeom>
          <a:noFill/>
          <a:ln w="38100">
            <a:solidFill>
              <a:srgbClr val="189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minutes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Multi-Repo Reality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backend teams live in a world where code is spread across multiple repositories.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91056"/>
            <a:ext cx="347472" cy="347472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91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5727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API, models, business logic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347472" cy="347472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066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20482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0482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SPA, API client, components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347472" cy="347472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5237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utilities, types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347472" cy="347472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9992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CI/CD, deployment configs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493008"/>
            <a:ext cx="347472" cy="347472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specs, architecture records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1E2D3D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13308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guesses API contracts, field names, response shapes. Those guesses become hallucinations.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--add-dir Extends Claude's Vision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645920"/>
          </a:xfrm>
          <a:prstGeom prst="rect">
            <a:avLst/>
          </a:prstGeom>
          <a:solidFill>
            <a:srgbClr val="1E2D3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your primary working directory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--add-dir ../frontend-repo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--add-dir ../frontend-repo --add-dir ../shared-libs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mid-session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/add-dir /path/to/other/project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79576"/>
            <a:ext cx="292608" cy="29260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79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166360" y="1143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66360" y="13441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directories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636776"/>
            <a:ext cx="292608" cy="292608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636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166360" y="1600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01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directories with Glob and Grep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093976"/>
            <a:ext cx="292608" cy="29260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166360" y="2057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258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@ mentions from any directory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551176"/>
            <a:ext cx="292608" cy="292608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166360" y="2514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715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directories (subject to permissions)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2999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files from additional directories are not loaded by default. Set CLAUDE_CODE_ADDITIONAL_DIRECTORIES_CLAUDE_MD=1 to enable.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3977640"/>
            <a:ext cx="3291840" cy="77724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3977640"/>
            <a:ext cx="329184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1560" y="4041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Context: Backend/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• users • api • tests/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977640"/>
            <a:ext cx="3291840" cy="77724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977640"/>
            <a:ext cx="329184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4041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Dirs: Frontend/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• components • services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--add-dir Patterns for Backend Teams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20040" cy="320040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97280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repos, from backend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361188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~/projects/backend-api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--add-dir ~/projects/frontend-app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Backend-focused work, verify frontend consumption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8862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320040" cy="320040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303520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from parent directory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783080"/>
            <a:ext cx="361188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80136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sees both as children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changes affecting both sides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388620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3154680"/>
            <a:ext cx="320040" cy="32004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97280" y="3136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with subdirectories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520440"/>
            <a:ext cx="361188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53872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~/projects/monorepo/backend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--add-dir ../frontend --add-dir ../shared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Monorepos with separate subdirectories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388620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3154680"/>
            <a:ext cx="320040" cy="32004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303520" y="3136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configuration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3520440"/>
            <a:ext cx="361188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353872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.claude/settings.json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"permissions":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"additionalDirectories": ["../frontend-app"]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cross-repo access every session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MCP?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USB for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417320" cy="731520"/>
          </a:xfrm>
          <a:prstGeom prst="rect">
            <a:avLst/>
          </a:prstGeom>
          <a:solidFill>
            <a:srgbClr val="F0F4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57276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1463040"/>
            <a:ext cx="1417320" cy="731520"/>
          </a:xfrm>
          <a:prstGeom prst="rect">
            <a:avLst/>
          </a:prstGeom>
          <a:solidFill>
            <a:srgbClr val="1899B5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157276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1463040"/>
            <a:ext cx="1417320" cy="731520"/>
          </a:xfrm>
          <a:prstGeom prst="rect">
            <a:avLst/>
          </a:prstGeom>
          <a:solidFill>
            <a:srgbClr val="1E2D3D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1463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57276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0720" y="1463040"/>
            <a:ext cx="1417320" cy="731520"/>
          </a:xfrm>
          <a:prstGeom prst="rect">
            <a:avLst/>
          </a:prstGeom>
          <a:solidFill>
            <a:srgbClr val="1E2D3D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1463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157276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98080" y="1463040"/>
            <a:ext cx="1417320" cy="731520"/>
          </a:xfrm>
          <a:prstGeom prst="rect">
            <a:avLst/>
          </a:prstGeom>
          <a:solidFill>
            <a:srgbClr val="1899B5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0" y="1463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4688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468880"/>
            <a:ext cx="256032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2633472"/>
            <a:ext cx="320040" cy="320040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9728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Claude can call (e.g., create_pull_request, search_code)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4688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0" y="2468880"/>
            <a:ext cx="256032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20440" y="2633472"/>
            <a:ext cx="320040" cy="320040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044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93192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Claude can read (e.g., repository contents, issue details)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24688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2468880"/>
            <a:ext cx="256032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5080" y="2633472"/>
            <a:ext cx="320040" cy="320040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76656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 that appear as slash commands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37947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</a:t>
            </a:r>
            <a:r>
              <a:rPr lang="en-US" sz="1200" b="1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process)  |  </a:t>
            </a:r>
            <a:r>
              <a:rPr lang="en-US" sz="1200" b="1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 service)  |  </a:t>
            </a:r>
            <a:r>
              <a:rPr lang="en-US" sz="1200" b="1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(deprecated — use http)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44622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standard. Claude Code has the deepest integration.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and Managing MCP Servers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029200" cy="1920240"/>
          </a:xfrm>
          <a:prstGeom prst="rect">
            <a:avLst/>
          </a:prstGeom>
          <a:solidFill>
            <a:srgbClr val="1E2D3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Remote MCP server (HTTP transport)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 github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https://api.githubcopilot.com/mcp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MCP server (stdio transport)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stdio dbhub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npx -y @bytebase/dbhub@latest --transport stdio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C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--dsn "postgres://user:pass@localhost:5432/mydb"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74320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0" y="1188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~/.claude.json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1371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(personal, all projects)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73736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0" y="1737360"/>
            <a:ext cx="27432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8105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2011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(committed, team-wide)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2377440"/>
            <a:ext cx="274320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4505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config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(personal, all projects)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5029200" cy="1554480"/>
          </a:xfrm>
          <a:prstGeom prst="rect">
            <a:avLst/>
          </a:prstGeom>
          <a:solidFill>
            <a:srgbClr val="1E2D3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3375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              # See all servers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get github        # Server details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remove github     # Unregister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In-session: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DC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 — View and manage MCP servers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246120"/>
            <a:ext cx="2743200" cy="146304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8076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 projects, use .mcp.json in your repo so everyone gets the same MCP servers. For personal tools, register at the local scope.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Most-Used Backend MCP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create_pull_request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196596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527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801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get_pull_request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196596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801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create_and_submit_pull_request_review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196596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1527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1801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search_code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196596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6243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issues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898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create_issue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06040" y="251460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06040" y="2514600"/>
            <a:ext cx="196596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97480" y="26243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commits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2898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list_commits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51460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514600"/>
            <a:ext cx="196596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6243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898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get_file_contents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03720" y="251460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03720" y="2514600"/>
            <a:ext cx="196596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5160" y="26243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2898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create_branch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3611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backend teams: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38587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PRs without leaving the terminal  •  Cross-reference issues  •  Search code across repos  •  Review PR diffs programmatically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44622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replaces the context-switching loop: write code → browser → PR → Slack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Search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Efficient with Many MCP Servers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54864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 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3383280" cy="640080"/>
          </a:xfrm>
          <a:prstGeom prst="rect">
            <a:avLst/>
          </a:prstGeom>
          <a:solidFill>
            <a:srgbClr val="FF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MCP tool descriptions loaded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(potentially thousands of tokens)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1645920" cy="45720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6700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less room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384048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 Search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83480" y="1920240"/>
            <a:ext cx="1371600" cy="411480"/>
          </a:xfrm>
          <a:prstGeom prst="rect">
            <a:avLst/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193852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summaries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3852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loaded on demand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2423160"/>
            <a:ext cx="3383280" cy="685800"/>
          </a:xfrm>
          <a:prstGeom prst="rect">
            <a:avLst/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2441448"/>
            <a:ext cx="3200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(much more room)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8587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2103120" y="3886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context usage by loading tool descriptions on-demand.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automatically when tool descriptions exceed 10% of context window.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MCP for Backend Teams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imply API contracts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Frame: User Profile Card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 (image)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avatar_url (string/URL)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194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 (string)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468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(string)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Badge: "Admin"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7432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(enum/choice)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Active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017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(boolean)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Login: Feb 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3291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291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 (datetime)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[Edit] [Deactivate]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566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+ DELETE endpoints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481328"/>
            <a:ext cx="292608" cy="29260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257800" y="1463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Figma MCP (same setup as frontend team)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167128"/>
            <a:ext cx="292608" cy="29260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25780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Claude at a Figma frame showing a data-heavy component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2852928"/>
            <a:ext cx="292608" cy="29260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852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25780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"What API fields does this design require?"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538728"/>
            <a:ext cx="292608" cy="29260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257800" y="3520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the implicit contract and suggests a Django serializer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4622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the gap between "what the designer drew" and "what the API returns."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MCP Ecosystem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438912" cy="438912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PRs, issues, code 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32588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1325880"/>
            <a:ext cx="438912" cy="438912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databases, inspect schemas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132588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194560"/>
            <a:ext cx="438912" cy="438912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API contracts from designs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1945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92040" y="2194560"/>
            <a:ext cx="438912" cy="438912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reports, stack traces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21945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9260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3063240"/>
            <a:ext cx="438912" cy="438912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updates, read channel history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306324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2040" y="3063240"/>
            <a:ext cx="438912" cy="438912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4068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documentation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306324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9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3886200"/>
            <a:ext cx="8046720" cy="4114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7240" y="390448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more: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Marketplace (1,261+ servers)  •  MCP.so (17,665+ servers)  •  Claude Market (community)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44622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GitHub MCP — that's the one you'll use daily. Add others as specific needs arise.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Works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--add-dir + Figma MCP + GitHub MCP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417320"/>
            <a:ext cx="69494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54864" cy="475488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53896"/>
            <a:ext cx="384048" cy="38404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14264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--add-dir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sees: Backend/ + Frontend/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1984248"/>
            <a:ext cx="69494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1984248"/>
            <a:ext cx="54864" cy="475488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020824"/>
            <a:ext cx="384048" cy="384048"/>
          </a:xfrm>
          <a:prstGeom prst="ellipse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020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extracts API contract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21284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data types, and actions from the design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2551176"/>
            <a:ext cx="69494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7280" y="2551176"/>
            <a:ext cx="54864" cy="475488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2588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existing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277977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Django models + React services via --add-dir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7280" y="3118104"/>
            <a:ext cx="69494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3118104"/>
            <a:ext cx="54864" cy="475488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25880" y="3127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both sides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33467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serializer + React fetch call — field names match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97280" y="3685032"/>
            <a:ext cx="69494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7280" y="3685032"/>
            <a:ext cx="54864" cy="47548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25880" y="3694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creates the PR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25880" y="39136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includes both backend and frontend changes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4622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Figma URL, one prompt, one flow, one PR — API contract grounded in the design, not guessed.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15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115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coordinated cross-repo PRs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separate PRs, link in descriptions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984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from --add-dir not loaded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0" y="1984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CLAUDE_CODE_ADDITIONAL_DIRECTORIES_CLAUDE_MD=1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59736"/>
            <a:ext cx="8046720" cy="4572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4597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autocomplete missing for --add-dir files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0" y="24597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full path manually (Issue #7412)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35224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935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multi-repo in remote/web sessions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0" y="29352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 Claude Code CLI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8046720" cy="4572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410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slow on first call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with a simple query first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Search requires Sonnet 4+ / Opus 4+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0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you're on a current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4531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limitations. Don't let them surprise you. The workarounds are straightforward.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9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--add-dir makes Claude cross-repo aware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07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when backend and frontend are separate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USB for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562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connector between Claude and external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replaces context-switching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4048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PRs, issues, code search from your terminal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reveals API contracts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imply data shapes backend teams need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Search keeps context efficient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021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tools without performance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--add-dir + MCP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0507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Single-flow cross-repo development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25400">
            <a:solidFill>
              <a:srgbClr val="189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without multi-repo context is a developer who's never seen the frontend.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without MCP is a developer who can't create PRs. Today we fix both.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1379</Words>
  <Application>Microsoft Office PowerPoint</Application>
  <PresentationFormat>On-screen Show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Multi-Repo Context and MCP Architecture</dc:title>
  <dc:subject>PptxGenJS Presentation</dc:subject>
  <dc:creator>Energy Corp Training</dc:creator>
  <cp:lastModifiedBy>Sean McCarthy</cp:lastModifiedBy>
  <cp:revision>2</cp:revision>
  <dcterms:created xsi:type="dcterms:W3CDTF">2026-02-27T22:20:30Z</dcterms:created>
  <dcterms:modified xsi:type="dcterms:W3CDTF">2026-02-27T22:25:31Z</dcterms:modified>
</cp:coreProperties>
</file>