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58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Sub-Agents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Automation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Power Features &amp; Automation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3749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3566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0" y="384048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Forget, Hooks Don't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931920" cy="29032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2344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Link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workflow: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Test → Implement → Verify → Commit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"Verify" is the weak link.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you should run tests.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you should check imports.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you should review for security.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after 30 min of focused work,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forget. Or skip it "just this once."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29032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20640" y="1234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Solve This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17373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endParaRPr lang="en-US" sz="12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hook is a command, prompt, or agent that executes 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a specific event happens in Claude Code.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suggestion.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best practice.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guarantee.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32216"/>
            <a:ext cx="7863840" cy="5029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13221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humans to remember. Automate the checks.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Hooks?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automations at lifecycle events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56032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54480" y="1417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Hooks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shell command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run tests, check lint)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234440"/>
            <a:ext cx="256032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0" y="123444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Hooks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question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LLM (Haiku)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234440"/>
            <a:ext cx="256032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1234440"/>
            <a:ext cx="2560320" cy="5486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3760" y="14173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Hooks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a sub-agent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for verification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Configure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1965960" cy="9601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639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projects</a:t>
            </a:r>
            <a:endParaRPr lang="en-US" sz="1000" dirty="0">
              <a:solidFill>
                <a:schemeClr val="accent5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88920" y="3611880"/>
            <a:ext cx="1965960" cy="9601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80360" y="3639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80360" y="3886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.claude/settings.json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8036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via git</a:t>
            </a:r>
            <a:endParaRPr lang="en-US" sz="1000" dirty="0">
              <a:solidFill>
                <a:schemeClr val="accent5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937760" y="3611880"/>
            <a:ext cx="1965960" cy="9601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3639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3886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.claude/settings.local.json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overrides, gitignored</a:t>
            </a:r>
            <a:endParaRPr lang="en-US" sz="1000" dirty="0">
              <a:solidFill>
                <a:schemeClr val="accent5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086600" y="3611880"/>
            <a:ext cx="1965960" cy="9601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78040" y="3639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78040" y="3886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settings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7804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highest precedence</a:t>
            </a:r>
            <a:endParaRPr lang="en-US" sz="1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 Events That Matter Most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events available — focus on these five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813816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Fires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Block?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813816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1600200"/>
            <a:ext cx="54864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Claude writes/edits a file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Auto-run tests, lint, format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148840"/>
            <a:ext cx="81381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2148840"/>
            <a:ext cx="54864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Claude runs a command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dangerous operations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2697480"/>
            <a:ext cx="813816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2697480"/>
            <a:ext cx="54864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finishes responding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code review, summaries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246120"/>
            <a:ext cx="81381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" y="3246120"/>
            <a:ext cx="54864" cy="5029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TaskCompleted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9456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task is marked done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test passing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3794760"/>
            <a:ext cx="813816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080" y="3794760"/>
            <a:ext cx="54864" cy="5029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SessionStart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9456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session begins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team context, setup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296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matcher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target specific tools. </a:t>
            </a: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Write|Edit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only file writes, not reads or searches.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Communication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protocol for guaranteed feedback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93192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continue normally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62759"/>
            <a:ext cx="393192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1862759"/>
            <a:ext cx="54864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862759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1862759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stop action, show error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67284"/>
            <a:ext cx="393192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567284"/>
            <a:ext cx="54864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5672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5672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feedback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41326"/>
            <a:ext cx="393192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241326"/>
            <a:ext cx="54864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24132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Stderr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324132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to the user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11020"/>
            <a:ext cx="393192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3911020"/>
            <a:ext cx="54864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9110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39110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tool name, input, context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188719"/>
            <a:ext cx="3931920" cy="3187337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Self-Correcting Loop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16002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PostToolUse hook fails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(exit code 2), Claude sees the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output and can immediately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issue.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loop: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Claude writes code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Tests run automatically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Tests fail → Claude sees why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Claude fixes the issue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Tests run again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Repeat until passing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intervention needed.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hooks create feedback loops that make Claude self-correcting.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PostToolUse Auto-Test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valuable hook for your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029200" cy="25603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for Django + React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"PostToolUse"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"matcher"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</a:t>
            </a: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Write|Edit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"hooks": 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"command",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"command":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"cd \"$CLAUDE_PROJECT_DIR\"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&amp;&amp; python src/manage.py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2&gt;&amp;1 | tail -30"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097285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for Effective Auto-Testing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508765"/>
            <a:ext cx="2926080" cy="5212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52705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764797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output — Claude doesn't need 200 lines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5"/>
            <a:ext cx="2926080" cy="5212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212141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--failfast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359157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first failure — faster feedback loop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697485"/>
            <a:ext cx="2926080" cy="5212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271577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Write|Edit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953517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specific tools, not all of them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3291845"/>
            <a:ext cx="2926080" cy="5212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331013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manually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3547877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hook command works before adding 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Claude writes or edits a file, tests run automatically. </a:t>
            </a: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fixed before you even ask.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Without Context Pollution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conversation is precious real estate.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fills the context window. Sub-agents work in isolation — their research doesn’t pollute your main context. They report back with just the results.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3781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Sub-Agents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03570"/>
            <a:ext cx="786384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0357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4035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40357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40357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69330"/>
            <a:ext cx="7863840" cy="411480"/>
          </a:xfrm>
          <a:prstGeom prst="rect">
            <a:avLst/>
          </a:prstGeom>
          <a:solidFill>
            <a:srgbClr val="F0F4F8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76933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76933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76933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Glob, Grep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76933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codebase search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208242"/>
            <a:ext cx="7863840" cy="41148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20824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320824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20824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Glob, Grep, Web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20824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proposals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647154"/>
            <a:ext cx="7863840" cy="411480"/>
          </a:xfrm>
          <a:prstGeom prst="rect">
            <a:avLst/>
          </a:prstGeom>
          <a:solidFill>
            <a:srgbClr val="F0F4F8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64715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94560" y="364715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64715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tools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364715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tasks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4114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</a:t>
            </a: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.claude/agents/&lt;name&gt;.md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YAML frontmatter (name, description, tools, model) + instructions.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Sub-Agents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to Use Hooks vs. Agents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4206240" cy="320040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.claude/agents/code-reviewer.md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 code changes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quality. Use proactively.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</a:t>
            </a: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code reviewer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Django + React project.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modified files for: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Import errors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Missing error handling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Security vulnerabilities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Pattern deviations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Rate: CRITICAL / WARNING / INFO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0" y="1079869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1537069"/>
            <a:ext cx="3657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120640" y="1537069"/>
            <a:ext cx="4572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0" y="1537069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after every edit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765669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20640" y="2103997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0" y="2103997"/>
            <a:ext cx="4572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0" y="210399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code review after task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332597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+ agent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20640" y="2670925"/>
            <a:ext cx="3657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120640" y="2670925"/>
            <a:ext cx="4572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267092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dangerous commands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899525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120640" y="3237853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20640" y="3237853"/>
            <a:ext cx="4572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323785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 library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3466453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agent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120640" y="3804781"/>
            <a:ext cx="3657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20640" y="3804781"/>
            <a:ext cx="4572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0" y="380478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test completion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4033381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TaskCompleted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908657" y="4526280"/>
            <a:ext cx="3657600" cy="3657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08657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fast, guaranteed  |  </a:t>
            </a: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thorough, isolated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Files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them — concrete examples for your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931920" cy="23774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Testing Conventions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All new API endpoints must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have at least one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Test files go in the app's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 directory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factory_boy for test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Test names follow: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test_&lt;action&gt;_&lt;condition&gt;_&lt;result&gt;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test success + failure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permission-gated views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23774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api-conventions.md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Conventions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All viewsets must 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permission_classes explicitly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ModelSerializer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explicit fields (never __all__)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Pagination required on 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 endpoints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All 4xx responses must include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message field in the body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URL: /api/&lt;app&gt;/&lt;resource&gt;/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Subdirectory CLAUDE.md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393192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Backend/src/contract/CLAUDE.md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loads when Claude works in this directory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4206240"/>
            <a:ext cx="393192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overhead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work elsewhere.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depth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needed.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Team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is automatic. Nothing depends on the developer remembering.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07008" y="1490472"/>
            <a:ext cx="0" cy="137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63040" y="1097280"/>
            <a:ext cx="65836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1097280"/>
            <a:ext cx="45720" cy="42062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1115568"/>
            <a:ext cx="365760" cy="36576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691640" y="10972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0972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 hook loads team context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1170432"/>
            <a:ext cx="731520" cy="25603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11704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07008" y="2020824"/>
            <a:ext cx="0" cy="137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63040" y="1627632"/>
            <a:ext cx="65836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63040" y="1627632"/>
            <a:ext cx="45720" cy="4206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16459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691640" y="16276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/implement-feature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162763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enters Plan Mode, reads CLAUDE.md + rules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1700784"/>
            <a:ext cx="731520" cy="2560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17007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207008" y="2551176"/>
            <a:ext cx="0" cy="137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63040" y="2157984"/>
            <a:ext cx="65836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63040" y="2157984"/>
            <a:ext cx="45720" cy="42062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" y="21762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691640" y="21579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implements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21579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hook runs tests after each file edit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2231136"/>
            <a:ext cx="731520" cy="2560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23760" y="22311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207008" y="3081528"/>
            <a:ext cx="0" cy="137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463040" y="2688336"/>
            <a:ext cx="65836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463040" y="2688336"/>
            <a:ext cx="45720" cy="42062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2960" y="270662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296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91640" y="268833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fail?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40480" y="26883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sees failure → fixes → tests run again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23760" y="2761488"/>
            <a:ext cx="73152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23760" y="27614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207008" y="3611880"/>
            <a:ext cx="0" cy="1371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63040" y="3218688"/>
            <a:ext cx="65836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63040" y="3218688"/>
            <a:ext cx="45720" cy="42062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2960" y="3236976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296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91640" y="32186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triggers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840480" y="32186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 sub-agent reviews all changes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23760" y="3291840"/>
            <a:ext cx="731520" cy="25603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23760" y="3291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463040" y="3749040"/>
            <a:ext cx="658368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63040" y="3749040"/>
            <a:ext cx="45720" cy="42062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22960" y="376732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2296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691640" y="37490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TaskCompleted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840480" y="37490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Verifies: tests pass + lint clean → PR ready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223760" y="3822192"/>
            <a:ext cx="731520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223760" y="38221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reviews PR → merge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1097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097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= Guaranteed automation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3898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every time, dangerous commands blocked every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17373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= Isolated delegation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review without polluting main 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377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files = Scalable conventions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6700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stays lean, teams don’t conflict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0175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is the #1 hook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3101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loop: write → test → fix → repeat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657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everything you’d forget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9502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makes the right thing the easy thing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389120"/>
            <a:ext cx="786384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Hands-on lab — create commands, configure hooks, set up rule files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1215</Words>
  <Application>Microsoft Office PowerPoint</Application>
  <PresentationFormat>On-screen Show (16:9)</PresentationFormat>
  <Paragraphs>276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Hooks, Sub-Agents &amp; Automation</dc:title>
  <dc:subject>PptxGenJS Presentation</dc:subject>
  <dc:creator>Claude Code Training</dc:creator>
  <cp:lastModifiedBy>Sean McCarthy</cp:lastModifiedBy>
  <cp:revision>2</cp:revision>
  <dcterms:created xsi:type="dcterms:W3CDTF">2026-02-24T22:26:29Z</dcterms:created>
  <dcterms:modified xsi:type="dcterms:W3CDTF">2026-02-24T22:47:28Z</dcterms:modified>
</cp:coreProperties>
</file>