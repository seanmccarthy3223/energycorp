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95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@ Mentions,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Permissions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Session 1 — For Django Backend Teams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Backend Teams Need Specific Settings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24323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Go Wrong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migrations/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 migration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edits a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.env / .env.*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API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reads/logs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manage.py migrate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production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runs migrate on prod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manage.py flush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all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flushes thinking it’s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settings.py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DB /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modifies production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Dockerfile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changes deploy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7863840" cy="3886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happened to someone. </a:t>
            </a: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are your safety net.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Settings for Django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.claude/settings.json in your project root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95396"/>
            <a:ext cx="384048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05124"/>
            <a:ext cx="34747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"deny": [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"Edit(*/migrations/*.py)",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"Edit(.env*)",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"Edit(**/settings.py)",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"Bash(*manage.py*migrate*)",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"Bash(*manage.py*flush*)",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"Bash(*manage.py*dbshell*)",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"Bash(rm -rf*)",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"Bash(*DROP*TABLE*)",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"Read(.env*)"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295396"/>
            <a:ext cx="384048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405124"/>
            <a:ext cx="34747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"allow": [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"Read(**/*.py)",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"Read(**/*.js)",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"Read(**/*.jsx)",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"Read(**/*.json)",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"Read(**/*.md)",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"Bash(python*manage.py*test*)",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"Bash(python*manage.py*check*)",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"Bash(ruff check*)",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"Bash(pytest*)"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Deny (blocked absolutely)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Allow (permitted silently)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921033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012473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reads broadly, restrict writes narrowly, block destructive operations entirely. Everything else falls to “ask.”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Evaluation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Hooks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(PreToolUse)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902824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91588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Deny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match → BLOCK)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46452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2717071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717071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match → prompt)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265711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518255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457299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Allow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match → ALLOW)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408431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7280" y="4332511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4332511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Permission Mode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 → ask)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09728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23560" y="11887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rules are absolute.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deny Edit(*/migrations/*.py), no allow rule, permission mode, or user approval can override it.
</a:t>
            </a: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evaluated:
Deny → Ask → Allow
First match wins.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hard safety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Patterns for Django Projects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243230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*/migrations/*.py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migration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migrations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**/*.py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Python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read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.env*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.env, .env.local, .env.prod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all env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**/settings.py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anywhere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Django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**/tests/**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test files/dirs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free editing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Bash(python*manage.py*test*)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test 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running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777240" y="3657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patterns:
</a:t>
            </a: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editing tests freely: "Edit(**/tests/**)", "Edit(**/test_*.py)"
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migrations absolutely: "Edit(*/migrations/*.py)"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Mentions for Django Navigation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Specific Files
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@src/users/models.py
@src/rest/urls.py
@src/contract/views.py
@requirements.txt
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0972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Directories
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@src/users/
@src/contract/migrations/
@../Frontend/src/views/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Workflow
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at @src/users/models.py and @src/users/serializers.py.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create a new serializer for the Client model that includes nested Contract information.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asking Claude to create a new view, @-load the models and existing views first. This gives Claude the patterns to follow.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Mentions Load CLAUDE.md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@Backend/src/contract/views.py triggers loading: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399" y="1358543"/>
            <a:ext cx="5046617" cy="5029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358543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Backend/src/contract/CLAUDE.md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35854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rules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1998623"/>
            <a:ext cx="4698274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1998623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Backend/src/CLAUDE.md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99862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rules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2638703"/>
            <a:ext cx="4332514" cy="50292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2638703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Backend/CLAUDE.md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63870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278783"/>
            <a:ext cx="3966754" cy="502920"/>
          </a:xfrm>
          <a:prstGeom prst="roundRect">
            <a:avLst>
              <a:gd name="adj" fmla="val 9091"/>
            </a:avLst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3278783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327878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(always loaded)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10149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001589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CLAUDE.md files should activate automatically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reference files in their directory. There is currently an open bug that is causing the ENV assignment in the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fail. For now, use the below command.</a:t>
            </a:r>
            <a:endParaRPr lang="en-US" sz="12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14A31C06-B197-9636-39FA-F5C28EDAB0E7}"/>
              </a:ext>
            </a:extLst>
          </p:cNvPr>
          <p:cNvSpPr/>
          <p:nvPr/>
        </p:nvSpPr>
        <p:spPr>
          <a:xfrm>
            <a:off x="648792" y="4519745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FD10A99-8050-0F9C-FD4A-338E83DAA37D}"/>
              </a:ext>
            </a:extLst>
          </p:cNvPr>
          <p:cNvSpPr/>
          <p:nvPr/>
        </p:nvSpPr>
        <p:spPr>
          <a:xfrm>
            <a:off x="785952" y="4567644"/>
            <a:ext cx="7589520" cy="191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can load Claude.md from –add-</a:t>
            </a:r>
            <a:r>
              <a:rPr lang="en-US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directly using the following command:</a:t>
            </a:r>
            <a:b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81AFF03-312E-AE45-73FA-5AAFE75F70C8}"/>
              </a:ext>
            </a:extLst>
          </p:cNvPr>
          <p:cNvSpPr/>
          <p:nvPr/>
        </p:nvSpPr>
        <p:spPr>
          <a:xfrm>
            <a:off x="1049383" y="4785354"/>
            <a:ext cx="5717177" cy="191592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CLAUDE_CODE_ADDITIONAL_DIRECTORIES_CLAUDE_MD=1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claude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--add-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dir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../other-project</a:t>
            </a:r>
            <a:endParaRPr lang="en-US" sz="7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for Different Workflows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dev — asks before writes   •   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behavior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code, planning   •   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×2, or /plan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Edits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a reviewed plan   •   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to toggle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Workflow: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20624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plan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420624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changes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420624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Edits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typing --add-dir every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
</a:t>
            </a: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team (committed)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"additionalDirectories":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["../frontend-app"]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3716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Settings
</a:t>
            </a: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.claude/settings.local.json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not committed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"additionalDirectories":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["../frontend-app",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"~/notes/api-specs"]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4224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Settings </a:t>
            </a: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(~/.claude/settings.json)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Applies to all projects. Use for personal preferences.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219303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team’s frontend repo is always at ../frontend-app, put it in project settings. Personal scratch dirs go in local settings.</a:t>
            </a:r>
          </a:p>
          <a:p>
            <a:pPr>
              <a:spcAft>
                <a:spcPts val="400"/>
              </a:spcAft>
            </a:pPr>
            <a:r>
              <a:rPr lang="en-US" sz="1200" dirty="0"/>
              <a:t> 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Backend Team Settings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83922"/>
            <a:ext cx="7863840" cy="3108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993650"/>
            <a:ext cx="749808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"Edit(*/migrations/*.py)",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"Edit(.env*)",    "Edit(**/settings.py)",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"Bash(*manage.py*migrate*)",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"Bash(*manage.py*flush*)", "Bash(*manage.py*dbshell*)",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"Bash(rm -rf*)",  "Bash(*DROP*TABLE*)",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"Read(.env*)"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"allow": [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"Read(**/*.py)",  "Read(**/*.js)",  "Read(**/*.jsx)",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"Read(**/*.json)","Read(**/*.md)",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"Bash(python*manage.py*test*)",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"Bash(python*manage.py*check*)",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"Bash(ruff check*)", "Bash(pytest*)"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"additionalDirectories": ["../frontend-app"]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40364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Blocks migration edits, .env access, destructive DB commands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3107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Allows reading all source files, running tests &amp; linters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5850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Asks for all other writes (new files, editing views, serializers)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8593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Includes the frontend repo for cross-repo context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Django projects have uniquely sensitive areas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86384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Deny rules are absolute — no override possible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Allow reads broadly, restrict writes narrowly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786384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@ mentions load the CLAUDE.md and rules hierarchy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Permission modes complement rules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786384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additionalDirectories persists cross-repo access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Hands-on Lab — Apply these settings to your own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1271</Words>
  <Application>Microsoft Office PowerPoint</Application>
  <PresentationFormat>On-screen Show (16:9)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Settings, @ Mentions, and Permissions for Backend Teams</dc:title>
  <dc:subject>PptxGenJS Presentation</dc:subject>
  <dc:creator>Claude Code Training</dc:creator>
  <cp:lastModifiedBy>Sean McCarthy</cp:lastModifiedBy>
  <cp:revision>6</cp:revision>
  <dcterms:created xsi:type="dcterms:W3CDTF">2026-02-27T22:59:38Z</dcterms:created>
  <dcterms:modified xsi:type="dcterms:W3CDTF">2026-02-27T23:27:40Z</dcterms:modified>
</cp:coreProperties>
</file>